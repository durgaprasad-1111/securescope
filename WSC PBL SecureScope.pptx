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117500" cy="331089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428">
          <p15:clr>
            <a:srgbClr val="A4A3A4"/>
          </p15:clr>
        </p15:guide>
        <p15:guide id="2" pos="15984">
          <p15:clr>
            <a:srgbClr val="A4A3A4"/>
          </p15:clr>
        </p15:guide>
        <p15:guide id="3" pos="10512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hRaFdhCkx+cXxfCH0Ul6Q46NhC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1C4BD3-C9D1-43E4-A727-FF3B2C7661E9}" v="16" dt="2026-03-28T11:36:09.5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7" autoAdjust="0"/>
    <p:restoredTop sz="94660"/>
  </p:normalViewPr>
  <p:slideViewPr>
    <p:cSldViewPr snapToGrid="0">
      <p:cViewPr varScale="1">
        <p:scale>
          <a:sx n="16" d="100"/>
          <a:sy n="16" d="100"/>
        </p:scale>
        <p:origin x="1421" y="86"/>
      </p:cViewPr>
      <p:guideLst>
        <p:guide orient="horz" pos="10428"/>
        <p:guide pos="15984"/>
        <p:guide pos="105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11" Type="http://customschemas.google.com/relationships/presentationmetadata" Target="metadata"/><Relationship Id="rId15" Type="http://schemas.openxmlformats.org/officeDocument/2006/relationships/tableStyles" Target="tableStyles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ESU DURGA PRASAD" userId="869e2ebd748deec8" providerId="LiveId" clId="{8FC3B4B1-A1D7-4101-B420-2266DDC86738}"/>
    <pc:docChg chg="undo redo custSel addSld delSld modSld">
      <pc:chgData name="BEESU DURGA PRASAD" userId="869e2ebd748deec8" providerId="LiveId" clId="{8FC3B4B1-A1D7-4101-B420-2266DDC86738}" dt="2026-03-28T13:40:59.734" v="535" actId="20577"/>
      <pc:docMkLst>
        <pc:docMk/>
      </pc:docMkLst>
      <pc:sldChg chg="addSp delSp modSp mod">
        <pc:chgData name="BEESU DURGA PRASAD" userId="869e2ebd748deec8" providerId="LiveId" clId="{8FC3B4B1-A1D7-4101-B420-2266DDC86738}" dt="2026-03-28T13:40:59.734" v="535" actId="20577"/>
        <pc:sldMkLst>
          <pc:docMk/>
          <pc:sldMk cId="0" sldId="256"/>
        </pc:sldMkLst>
        <pc:spChg chg="mod">
          <ac:chgData name="BEESU DURGA PRASAD" userId="869e2ebd748deec8" providerId="LiveId" clId="{8FC3B4B1-A1D7-4101-B420-2266DDC86738}" dt="2026-03-28T11:39:41.254" v="418" actId="5793"/>
          <ac:spMkLst>
            <pc:docMk/>
            <pc:sldMk cId="0" sldId="256"/>
            <ac:spMk id="2" creationId="{86238FD1-FA5C-CEFA-366D-8EB70B4F10D9}"/>
          </ac:spMkLst>
        </pc:spChg>
        <pc:spChg chg="add mod">
          <ac:chgData name="BEESU DURGA PRASAD" userId="869e2ebd748deec8" providerId="LiveId" clId="{8FC3B4B1-A1D7-4101-B420-2266DDC86738}" dt="2026-03-28T11:22:28.203" v="198" actId="14100"/>
          <ac:spMkLst>
            <pc:docMk/>
            <pc:sldMk cId="0" sldId="256"/>
            <ac:spMk id="3" creationId="{4AAA31BB-4EE8-F129-95EE-FD625DB41381}"/>
          </ac:spMkLst>
        </pc:spChg>
        <pc:spChg chg="add">
          <ac:chgData name="BEESU DURGA PRASAD" userId="869e2ebd748deec8" providerId="LiveId" clId="{8FC3B4B1-A1D7-4101-B420-2266DDC86738}" dt="2026-03-28T11:26:56.045" v="262"/>
          <ac:spMkLst>
            <pc:docMk/>
            <pc:sldMk cId="0" sldId="256"/>
            <ac:spMk id="7" creationId="{B462CBEC-3561-AEE5-B0D1-EFFD00C718E9}"/>
          </ac:spMkLst>
        </pc:spChg>
        <pc:spChg chg="mod">
          <ac:chgData name="BEESU DURGA PRASAD" userId="869e2ebd748deec8" providerId="LiveId" clId="{8FC3B4B1-A1D7-4101-B420-2266DDC86738}" dt="2026-03-28T13:00:20.612" v="497" actId="20577"/>
          <ac:spMkLst>
            <pc:docMk/>
            <pc:sldMk cId="0" sldId="256"/>
            <ac:spMk id="8" creationId="{2A9DE76D-E990-8C08-E97C-2D3CCEE3F12D}"/>
          </ac:spMkLst>
        </pc:spChg>
        <pc:spChg chg="add">
          <ac:chgData name="BEESU DURGA PRASAD" userId="869e2ebd748deec8" providerId="LiveId" clId="{8FC3B4B1-A1D7-4101-B420-2266DDC86738}" dt="2026-03-28T11:36:03.541" v="314"/>
          <ac:spMkLst>
            <pc:docMk/>
            <pc:sldMk cId="0" sldId="256"/>
            <ac:spMk id="13" creationId="{5711B24F-0C09-926C-5F2A-9721FE4895F6}"/>
          </ac:spMkLst>
        </pc:spChg>
        <pc:spChg chg="add">
          <ac:chgData name="BEESU DURGA PRASAD" userId="869e2ebd748deec8" providerId="LiveId" clId="{8FC3B4B1-A1D7-4101-B420-2266DDC86738}" dt="2026-03-28T11:36:08.265" v="318"/>
          <ac:spMkLst>
            <pc:docMk/>
            <pc:sldMk cId="0" sldId="256"/>
            <ac:spMk id="14" creationId="{701BFD6F-A99E-B86C-8B28-B0A9EDE2C7BF}"/>
          </ac:spMkLst>
        </pc:spChg>
        <pc:spChg chg="mod">
          <ac:chgData name="BEESU DURGA PRASAD" userId="869e2ebd748deec8" providerId="LiveId" clId="{8FC3B4B1-A1D7-4101-B420-2266DDC86738}" dt="2026-03-28T13:40:59.734" v="535" actId="20577"/>
          <ac:spMkLst>
            <pc:docMk/>
            <pc:sldMk cId="0" sldId="256"/>
            <ac:spMk id="52" creationId="{00000000-0000-0000-0000-000000000000}"/>
          </ac:spMkLst>
        </pc:spChg>
        <pc:spChg chg="mod">
          <ac:chgData name="BEESU DURGA PRASAD" userId="869e2ebd748deec8" providerId="LiveId" clId="{8FC3B4B1-A1D7-4101-B420-2266DDC86738}" dt="2026-03-28T11:21:57.790" v="195" actId="255"/>
          <ac:spMkLst>
            <pc:docMk/>
            <pc:sldMk cId="0" sldId="256"/>
            <ac:spMk id="53" creationId="{00000000-0000-0000-0000-000000000000}"/>
          </ac:spMkLst>
        </pc:spChg>
        <pc:spChg chg="mod">
          <ac:chgData name="BEESU DURGA PRASAD" userId="869e2ebd748deec8" providerId="LiveId" clId="{8FC3B4B1-A1D7-4101-B420-2266DDC86738}" dt="2026-03-28T11:25:11.958" v="260" actId="20577"/>
          <ac:spMkLst>
            <pc:docMk/>
            <pc:sldMk cId="0" sldId="256"/>
            <ac:spMk id="58" creationId="{00000000-0000-0000-0000-000000000000}"/>
          </ac:spMkLst>
        </pc:spChg>
        <pc:spChg chg="del mod topLvl">
          <ac:chgData name="BEESU DURGA PRASAD" userId="869e2ebd748deec8" providerId="LiveId" clId="{8FC3B4B1-A1D7-4101-B420-2266DDC86738}" dt="2026-03-28T12:56:47.945" v="468" actId="478"/>
          <ac:spMkLst>
            <pc:docMk/>
            <pc:sldMk cId="0" sldId="256"/>
            <ac:spMk id="61" creationId="{00000000-0000-0000-0000-000000000000}"/>
          </ac:spMkLst>
        </pc:spChg>
        <pc:spChg chg="mod topLvl">
          <ac:chgData name="BEESU DURGA PRASAD" userId="869e2ebd748deec8" providerId="LiveId" clId="{8FC3B4B1-A1D7-4101-B420-2266DDC86738}" dt="2026-03-28T12:57:52.630" v="483" actId="1076"/>
          <ac:spMkLst>
            <pc:docMk/>
            <pc:sldMk cId="0" sldId="256"/>
            <ac:spMk id="62" creationId="{00000000-0000-0000-0000-000000000000}"/>
          </ac:spMkLst>
        </pc:spChg>
        <pc:spChg chg="del topLvl">
          <ac:chgData name="BEESU DURGA PRASAD" userId="869e2ebd748deec8" providerId="LiveId" clId="{8FC3B4B1-A1D7-4101-B420-2266DDC86738}" dt="2026-03-28T12:57:08.138" v="473" actId="478"/>
          <ac:spMkLst>
            <pc:docMk/>
            <pc:sldMk cId="0" sldId="256"/>
            <ac:spMk id="65" creationId="{00000000-0000-0000-0000-000000000000}"/>
          </ac:spMkLst>
        </pc:spChg>
        <pc:spChg chg="mod topLvl">
          <ac:chgData name="BEESU DURGA PRASAD" userId="869e2ebd748deec8" providerId="LiveId" clId="{8FC3B4B1-A1D7-4101-B420-2266DDC86738}" dt="2026-03-28T12:57:31.517" v="480" actId="1076"/>
          <ac:spMkLst>
            <pc:docMk/>
            <pc:sldMk cId="0" sldId="256"/>
            <ac:spMk id="66" creationId="{00000000-0000-0000-0000-000000000000}"/>
          </ac:spMkLst>
        </pc:spChg>
        <pc:spChg chg="del topLvl">
          <ac:chgData name="BEESU DURGA PRASAD" userId="869e2ebd748deec8" providerId="LiveId" clId="{8FC3B4B1-A1D7-4101-B420-2266DDC86738}" dt="2026-03-28T12:58:17.163" v="489" actId="478"/>
          <ac:spMkLst>
            <pc:docMk/>
            <pc:sldMk cId="0" sldId="256"/>
            <ac:spMk id="71" creationId="{00000000-0000-0000-0000-000000000000}"/>
          </ac:spMkLst>
        </pc:spChg>
        <pc:spChg chg="mod topLvl">
          <ac:chgData name="BEESU DURGA PRASAD" userId="869e2ebd748deec8" providerId="LiveId" clId="{8FC3B4B1-A1D7-4101-B420-2266DDC86738}" dt="2026-03-28T13:00:52.257" v="498" actId="1076"/>
          <ac:spMkLst>
            <pc:docMk/>
            <pc:sldMk cId="0" sldId="256"/>
            <ac:spMk id="72" creationId="{00000000-0000-0000-0000-000000000000}"/>
          </ac:spMkLst>
        </pc:spChg>
        <pc:spChg chg="del mod topLvl">
          <ac:chgData name="BEESU DURGA PRASAD" userId="869e2ebd748deec8" providerId="LiveId" clId="{8FC3B4B1-A1D7-4101-B420-2266DDC86738}" dt="2026-03-28T12:56:29.178" v="466" actId="478"/>
          <ac:spMkLst>
            <pc:docMk/>
            <pc:sldMk cId="0" sldId="256"/>
            <ac:spMk id="76" creationId="{00000000-0000-0000-0000-000000000000}"/>
          </ac:spMkLst>
        </pc:spChg>
        <pc:spChg chg="mod topLvl">
          <ac:chgData name="BEESU DURGA PRASAD" userId="869e2ebd748deec8" providerId="LiveId" clId="{8FC3B4B1-A1D7-4101-B420-2266DDC86738}" dt="2026-03-28T13:40:36.740" v="533" actId="20577"/>
          <ac:spMkLst>
            <pc:docMk/>
            <pc:sldMk cId="0" sldId="256"/>
            <ac:spMk id="77" creationId="{00000000-0000-0000-0000-000000000000}"/>
          </ac:spMkLst>
        </pc:spChg>
        <pc:spChg chg="del mod topLvl">
          <ac:chgData name="BEESU DURGA PRASAD" userId="869e2ebd748deec8" providerId="LiveId" clId="{8FC3B4B1-A1D7-4101-B420-2266DDC86738}" dt="2026-03-28T11:38:36.310" v="409" actId="478"/>
          <ac:spMkLst>
            <pc:docMk/>
            <pc:sldMk cId="0" sldId="256"/>
            <ac:spMk id="79" creationId="{00000000-0000-0000-0000-000000000000}"/>
          </ac:spMkLst>
        </pc:spChg>
        <pc:spChg chg="mod topLvl">
          <ac:chgData name="BEESU DURGA PRASAD" userId="869e2ebd748deec8" providerId="LiveId" clId="{8FC3B4B1-A1D7-4101-B420-2266DDC86738}" dt="2026-03-28T11:38:44.277" v="410" actId="1076"/>
          <ac:spMkLst>
            <pc:docMk/>
            <pc:sldMk cId="0" sldId="256"/>
            <ac:spMk id="80" creationId="{00000000-0000-0000-0000-000000000000}"/>
          </ac:spMkLst>
        </pc:spChg>
        <pc:spChg chg="mod">
          <ac:chgData name="BEESU DURGA PRASAD" userId="869e2ebd748deec8" providerId="LiveId" clId="{8FC3B4B1-A1D7-4101-B420-2266DDC86738}" dt="2026-03-28T11:39:03.668" v="412" actId="1076"/>
          <ac:spMkLst>
            <pc:docMk/>
            <pc:sldMk cId="0" sldId="256"/>
            <ac:spMk id="82" creationId="{00000000-0000-0000-0000-000000000000}"/>
          </ac:spMkLst>
        </pc:spChg>
        <pc:spChg chg="mod">
          <ac:chgData name="BEESU DURGA PRASAD" userId="869e2ebd748deec8" providerId="LiveId" clId="{8FC3B4B1-A1D7-4101-B420-2266DDC86738}" dt="2026-03-28T11:33:17.074" v="305" actId="20577"/>
          <ac:spMkLst>
            <pc:docMk/>
            <pc:sldMk cId="0" sldId="256"/>
            <ac:spMk id="87" creationId="{00000000-0000-0000-0000-000000000000}"/>
          </ac:spMkLst>
        </pc:spChg>
        <pc:grpChg chg="del mod">
          <ac:chgData name="BEESU DURGA PRASAD" userId="869e2ebd748deec8" providerId="LiveId" clId="{8FC3B4B1-A1D7-4101-B420-2266DDC86738}" dt="2026-03-28T12:56:47.945" v="468" actId="478"/>
          <ac:grpSpMkLst>
            <pc:docMk/>
            <pc:sldMk cId="0" sldId="256"/>
            <ac:grpSpMk id="60" creationId="{00000000-0000-0000-0000-000000000000}"/>
          </ac:grpSpMkLst>
        </pc:grpChg>
        <pc:grpChg chg="del mod">
          <ac:chgData name="BEESU DURGA PRASAD" userId="869e2ebd748deec8" providerId="LiveId" clId="{8FC3B4B1-A1D7-4101-B420-2266DDC86738}" dt="2026-03-28T12:57:08.138" v="473" actId="478"/>
          <ac:grpSpMkLst>
            <pc:docMk/>
            <pc:sldMk cId="0" sldId="256"/>
            <ac:grpSpMk id="64" creationId="{00000000-0000-0000-0000-000000000000}"/>
          </ac:grpSpMkLst>
        </pc:grpChg>
        <pc:grpChg chg="mod">
          <ac:chgData name="BEESU DURGA PRASAD" userId="869e2ebd748deec8" providerId="LiveId" clId="{8FC3B4B1-A1D7-4101-B420-2266DDC86738}" dt="2026-03-28T12:58:34.632" v="492" actId="1076"/>
          <ac:grpSpMkLst>
            <pc:docMk/>
            <pc:sldMk cId="0" sldId="256"/>
            <ac:grpSpMk id="67" creationId="{00000000-0000-0000-0000-000000000000}"/>
          </ac:grpSpMkLst>
        </pc:grpChg>
        <pc:grpChg chg="add del mod">
          <ac:chgData name="BEESU DURGA PRASAD" userId="869e2ebd748deec8" providerId="LiveId" clId="{8FC3B4B1-A1D7-4101-B420-2266DDC86738}" dt="2026-03-28T12:58:17.163" v="489" actId="478"/>
          <ac:grpSpMkLst>
            <pc:docMk/>
            <pc:sldMk cId="0" sldId="256"/>
            <ac:grpSpMk id="70" creationId="{00000000-0000-0000-0000-000000000000}"/>
          </ac:grpSpMkLst>
        </pc:grpChg>
        <pc:grpChg chg="del">
          <ac:chgData name="BEESU DURGA PRASAD" userId="869e2ebd748deec8" providerId="LiveId" clId="{8FC3B4B1-A1D7-4101-B420-2266DDC86738}" dt="2026-03-28T12:56:29.178" v="466" actId="478"/>
          <ac:grpSpMkLst>
            <pc:docMk/>
            <pc:sldMk cId="0" sldId="256"/>
            <ac:grpSpMk id="75" creationId="{00000000-0000-0000-0000-000000000000}"/>
          </ac:grpSpMkLst>
        </pc:grpChg>
        <pc:grpChg chg="del mod">
          <ac:chgData name="BEESU DURGA PRASAD" userId="869e2ebd748deec8" providerId="LiveId" clId="{8FC3B4B1-A1D7-4101-B420-2266DDC86738}" dt="2026-03-28T11:38:36.310" v="409" actId="478"/>
          <ac:grpSpMkLst>
            <pc:docMk/>
            <pc:sldMk cId="0" sldId="256"/>
            <ac:grpSpMk id="78" creationId="{00000000-0000-0000-0000-000000000000}"/>
          </ac:grpSpMkLst>
        </pc:grpChg>
        <pc:grpChg chg="mod">
          <ac:chgData name="BEESU DURGA PRASAD" userId="869e2ebd748deec8" providerId="LiveId" clId="{8FC3B4B1-A1D7-4101-B420-2266DDC86738}" dt="2026-03-28T11:33:58.185" v="310" actId="1076"/>
          <ac:grpSpMkLst>
            <pc:docMk/>
            <pc:sldMk cId="0" sldId="256"/>
            <ac:grpSpMk id="83" creationId="{00000000-0000-0000-0000-000000000000}"/>
          </ac:grpSpMkLst>
        </pc:grpChg>
        <pc:grpChg chg="mod">
          <ac:chgData name="BEESU DURGA PRASAD" userId="869e2ebd748deec8" providerId="LiveId" clId="{8FC3B4B1-A1D7-4101-B420-2266DDC86738}" dt="2026-03-28T12:59:22.896" v="495" actId="14100"/>
          <ac:grpSpMkLst>
            <pc:docMk/>
            <pc:sldMk cId="0" sldId="256"/>
            <ac:grpSpMk id="88" creationId="{00000000-0000-0000-0000-000000000000}"/>
          </ac:grpSpMkLst>
        </pc:grpChg>
        <pc:picChg chg="add del mod">
          <ac:chgData name="BEESU DURGA PRASAD" userId="869e2ebd748deec8" providerId="LiveId" clId="{8FC3B4B1-A1D7-4101-B420-2266DDC86738}" dt="2026-03-28T13:40:04.322" v="521" actId="478"/>
          <ac:picMkLst>
            <pc:docMk/>
            <pc:sldMk cId="0" sldId="256"/>
            <ac:picMk id="4" creationId="{6F53F598-39B3-B958-2C48-BC82E967813A}"/>
          </ac:picMkLst>
        </pc:picChg>
        <pc:picChg chg="add mod">
          <ac:chgData name="BEESU DURGA PRASAD" userId="869e2ebd748deec8" providerId="LiveId" clId="{8FC3B4B1-A1D7-4101-B420-2266DDC86738}" dt="2026-03-28T13:40:14.079" v="524" actId="14100"/>
          <ac:picMkLst>
            <pc:docMk/>
            <pc:sldMk cId="0" sldId="256"/>
            <ac:picMk id="5" creationId="{F78EE909-68C0-3C4C-816C-737C81995916}"/>
          </ac:picMkLst>
        </pc:picChg>
        <pc:picChg chg="add mod">
          <ac:chgData name="BEESU DURGA PRASAD" userId="869e2ebd748deec8" providerId="LiveId" clId="{8FC3B4B1-A1D7-4101-B420-2266DDC86738}" dt="2026-03-28T13:02:15.286" v="520" actId="1076"/>
          <ac:picMkLst>
            <pc:docMk/>
            <pc:sldMk cId="0" sldId="256"/>
            <ac:picMk id="6" creationId="{F0B5882F-701D-D78D-616C-36DC08EA3D41}"/>
          </ac:picMkLst>
        </pc:picChg>
        <pc:picChg chg="add del mod">
          <ac:chgData name="BEESU DURGA PRASAD" userId="869e2ebd748deec8" providerId="LiveId" clId="{8FC3B4B1-A1D7-4101-B420-2266DDC86738}" dt="2026-03-28T11:31:14.972" v="291" actId="478"/>
          <ac:picMkLst>
            <pc:docMk/>
            <pc:sldMk cId="0" sldId="256"/>
            <ac:picMk id="10" creationId="{5A39C3B2-ABEC-CBE1-6235-89F88219D2F9}"/>
          </ac:picMkLst>
        </pc:picChg>
        <pc:picChg chg="add mod">
          <ac:chgData name="BEESU DURGA PRASAD" userId="869e2ebd748deec8" providerId="LiveId" clId="{8FC3B4B1-A1D7-4101-B420-2266DDC86738}" dt="2026-03-28T11:40:58.591" v="432" actId="14100"/>
          <ac:picMkLst>
            <pc:docMk/>
            <pc:sldMk cId="0" sldId="256"/>
            <ac:picMk id="12" creationId="{DD16BA78-00F7-DE28-5433-5ED230E573F8}"/>
          </ac:picMkLst>
        </pc:picChg>
        <pc:picChg chg="add del mod">
          <ac:chgData name="BEESU DURGA PRASAD" userId="869e2ebd748deec8" providerId="LiveId" clId="{8FC3B4B1-A1D7-4101-B420-2266DDC86738}" dt="2026-03-28T11:30:17.452" v="282" actId="478"/>
          <ac:picMkLst>
            <pc:docMk/>
            <pc:sldMk cId="0" sldId="256"/>
            <ac:picMk id="16" creationId="{1544EEB4-0C88-53F5-1775-99EFBEFE82B6}"/>
          </ac:picMkLst>
        </pc:picChg>
        <pc:picChg chg="mod">
          <ac:chgData name="BEESU DURGA PRASAD" userId="869e2ebd748deec8" providerId="LiveId" clId="{8FC3B4B1-A1D7-4101-B420-2266DDC86738}" dt="2026-03-28T11:38:20.463" v="407" actId="1076"/>
          <ac:picMkLst>
            <pc:docMk/>
            <pc:sldMk cId="0" sldId="256"/>
            <ac:picMk id="50" creationId="{00000000-0000-0000-0000-000000000000}"/>
          </ac:picMkLst>
        </pc:picChg>
        <pc:picChg chg="mod">
          <ac:chgData name="BEESU DURGA PRASAD" userId="869e2ebd748deec8" providerId="LiveId" clId="{8FC3B4B1-A1D7-4101-B420-2266DDC86738}" dt="2026-03-28T05:30:04.303" v="1" actId="14100"/>
          <ac:picMkLst>
            <pc:docMk/>
            <pc:sldMk cId="0" sldId="256"/>
            <ac:picMk id="56" creationId="{00000000-0000-0000-0000-000000000000}"/>
          </ac:picMkLst>
        </pc:picChg>
        <pc:picChg chg="mod">
          <ac:chgData name="BEESU DURGA PRASAD" userId="869e2ebd748deec8" providerId="LiveId" clId="{8FC3B4B1-A1D7-4101-B420-2266DDC86738}" dt="2026-03-28T12:57:47.345" v="482" actId="1076"/>
          <ac:picMkLst>
            <pc:docMk/>
            <pc:sldMk cId="0" sldId="256"/>
            <ac:picMk id="59" creationId="{00000000-0000-0000-0000-000000000000}"/>
          </ac:picMkLst>
        </pc:picChg>
        <pc:picChg chg="mod">
          <ac:chgData name="BEESU DURGA PRASAD" userId="869e2ebd748deec8" providerId="LiveId" clId="{8FC3B4B1-A1D7-4101-B420-2266DDC86738}" dt="2026-03-28T12:56:59.607" v="470" actId="14100"/>
          <ac:picMkLst>
            <pc:docMk/>
            <pc:sldMk cId="0" sldId="256"/>
            <ac:picMk id="63" creationId="{00000000-0000-0000-0000-000000000000}"/>
          </ac:picMkLst>
        </pc:picChg>
        <pc:picChg chg="mod">
          <ac:chgData name="BEESU DURGA PRASAD" userId="869e2ebd748deec8" providerId="LiveId" clId="{8FC3B4B1-A1D7-4101-B420-2266DDC86738}" dt="2026-03-28T11:38:07.251" v="405" actId="1076"/>
          <ac:picMkLst>
            <pc:docMk/>
            <pc:sldMk cId="0" sldId="256"/>
            <ac:picMk id="73" creationId="{00000000-0000-0000-0000-000000000000}"/>
          </ac:picMkLst>
        </pc:picChg>
        <pc:picChg chg="mod">
          <ac:chgData name="BEESU DURGA PRASAD" userId="869e2ebd748deec8" providerId="LiveId" clId="{8FC3B4B1-A1D7-4101-B420-2266DDC86738}" dt="2026-03-28T12:57:26.632" v="478" actId="1076"/>
          <ac:picMkLst>
            <pc:docMk/>
            <pc:sldMk cId="0" sldId="256"/>
            <ac:picMk id="85" creationId="{00000000-0000-0000-0000-000000000000}"/>
          </ac:picMkLst>
        </pc:picChg>
        <pc:picChg chg="mod">
          <ac:chgData name="BEESU DURGA PRASAD" userId="869e2ebd748deec8" providerId="LiveId" clId="{8FC3B4B1-A1D7-4101-B420-2266DDC86738}" dt="2026-03-28T12:59:27.348" v="496" actId="14100"/>
          <ac:picMkLst>
            <pc:docMk/>
            <pc:sldMk cId="0" sldId="256"/>
            <ac:picMk id="89" creationId="{00000000-0000-0000-0000-000000000000}"/>
          </ac:picMkLst>
        </pc:picChg>
      </pc:sldChg>
      <pc:sldChg chg="addSp delSp modSp new del mod">
        <pc:chgData name="BEESU DURGA PRASAD" userId="869e2ebd748deec8" providerId="LiveId" clId="{8FC3B4B1-A1D7-4101-B420-2266DDC86738}" dt="2026-03-28T12:50:36.752" v="442" actId="2696"/>
        <pc:sldMkLst>
          <pc:docMk/>
          <pc:sldMk cId="3856144568" sldId="257"/>
        </pc:sldMkLst>
        <pc:picChg chg="add del mod">
          <ac:chgData name="BEESU DURGA PRASAD" userId="869e2ebd748deec8" providerId="LiveId" clId="{8FC3B4B1-A1D7-4101-B420-2266DDC86738}" dt="2026-03-28T12:50:33.391" v="441" actId="478"/>
          <ac:picMkLst>
            <pc:docMk/>
            <pc:sldMk cId="3856144568" sldId="257"/>
            <ac:picMk id="2" creationId="{A88FCC28-B6DE-4EDB-0E96-2A0A1F5C15D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2638" y="685800"/>
            <a:ext cx="52927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46767750" y="31168975"/>
            <a:ext cx="838200" cy="82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>
            <a:spLocks noGrp="1"/>
          </p:cNvSpPr>
          <p:nvPr>
            <p:ph type="title"/>
          </p:nvPr>
        </p:nvSpPr>
        <p:spPr>
          <a:xfrm>
            <a:off x="3834050" y="5420338"/>
            <a:ext cx="43452574" cy="11530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9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body" idx="1"/>
          </p:nvPr>
        </p:nvSpPr>
        <p:spPr>
          <a:xfrm>
            <a:off x="6390085" y="17395676"/>
            <a:ext cx="38340507" cy="7996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1pPr>
            <a:lvl2pPr marL="914400" lvl="1" indent="-2286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2pPr>
            <a:lvl3pPr marL="1371600" lvl="2" indent="-2286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3pPr>
            <a:lvl4pPr marL="1828800" lvl="3" indent="-2286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4pPr>
            <a:lvl5pPr marL="2286000" lvl="4" indent="-22860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5pPr>
            <a:lvl6pPr marL="2743200" lvl="5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6pPr>
            <a:lvl7pPr marL="3200400" lvl="6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7pPr>
            <a:lvl8pPr marL="3657600" lvl="7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8pPr>
            <a:lvl9pPr marL="4114800" lvl="8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46767750" y="31168975"/>
            <a:ext cx="838200" cy="82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title"/>
          </p:nvPr>
        </p:nvSpPr>
        <p:spPr>
          <a:xfrm>
            <a:off x="3487923" y="8257013"/>
            <a:ext cx="44091583" cy="13777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9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body" idx="1"/>
          </p:nvPr>
        </p:nvSpPr>
        <p:spPr>
          <a:xfrm>
            <a:off x="3487923" y="22164352"/>
            <a:ext cx="44091583" cy="7245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1pPr>
            <a:lvl2pPr marL="914400" lvl="1" indent="-228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2pPr>
            <a:lvl3pPr marL="1371600" lvl="2" indent="-228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3pPr>
            <a:lvl4pPr marL="1828800" lvl="3" indent="-228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4pPr>
            <a:lvl5pPr marL="2286000" lvl="4" indent="-228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Calibri"/>
              <a:buNone/>
              <a:defRPr sz="11500"/>
            </a:lvl5pPr>
            <a:lvl6pPr marL="2743200" lvl="5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6pPr>
            <a:lvl7pPr marL="3200400" lvl="6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7pPr>
            <a:lvl8pPr marL="3657600" lvl="7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8pPr>
            <a:lvl9pPr marL="4114800" lvl="8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sldNum" idx="12"/>
          </p:nvPr>
        </p:nvSpPr>
        <p:spPr>
          <a:xfrm>
            <a:off x="46767750" y="31168975"/>
            <a:ext cx="838200" cy="82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" type="twoObj">
  <p:cSld name="TWO_OBJECT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>
            <a:spLocks noGrp="1"/>
          </p:cNvSpPr>
          <p:nvPr>
            <p:ph type="title"/>
          </p:nvPr>
        </p:nvSpPr>
        <p:spPr>
          <a:xfrm>
            <a:off x="3514547" y="1763341"/>
            <a:ext cx="44091582" cy="640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body" idx="1"/>
          </p:nvPr>
        </p:nvSpPr>
        <p:spPr>
          <a:xfrm>
            <a:off x="3514545" y="8816670"/>
            <a:ext cx="21726288" cy="21014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>
            <a:lvl1pPr marL="457200" lvl="0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1pPr>
            <a:lvl2pPr marL="914400" lvl="1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2pPr>
            <a:lvl3pPr marL="1371600" lvl="2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3pPr>
            <a:lvl4pPr marL="1828800" lvl="3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4pPr>
            <a:lvl5pPr marL="2286000" lvl="4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5pPr>
            <a:lvl6pPr marL="2743200" lvl="5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6pPr>
            <a:lvl7pPr marL="3200400" lvl="6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7pPr>
            <a:lvl8pPr marL="3657600" lvl="7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8pPr>
            <a:lvl9pPr marL="4114800" lvl="8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body" idx="2"/>
          </p:nvPr>
        </p:nvSpPr>
        <p:spPr>
          <a:xfrm>
            <a:off x="25879842" y="8816670"/>
            <a:ext cx="21726287" cy="21014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>
            <a:lvl1pPr marL="457200" lvl="0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1pPr>
            <a:lvl2pPr marL="914400" lvl="1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2pPr>
            <a:lvl3pPr marL="1371600" lvl="2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3pPr>
            <a:lvl4pPr marL="1828800" lvl="3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4pPr>
            <a:lvl5pPr marL="2286000" lvl="4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5pPr>
            <a:lvl6pPr marL="2743200" lvl="5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6pPr>
            <a:lvl7pPr marL="3200400" lvl="6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7pPr>
            <a:lvl8pPr marL="3657600" lvl="7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8pPr>
            <a:lvl9pPr marL="4114800" lvl="8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46767750" y="31168975"/>
            <a:ext cx="838200" cy="82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title"/>
          </p:nvPr>
        </p:nvSpPr>
        <p:spPr>
          <a:xfrm>
            <a:off x="3514547" y="1763341"/>
            <a:ext cx="44091582" cy="640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46767750" y="31168975"/>
            <a:ext cx="838200" cy="82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_WITH_CAPTION_TEXT" type="objTx">
  <p:cSld name="OBJECT_WITH_CAPTIO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3521204" y="2208001"/>
            <a:ext cx="16487750" cy="7728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21732944" y="4768675"/>
            <a:ext cx="25879843" cy="23536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>
            <a:lvl1pPr marL="457200" lvl="0" indent="-12065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5400"/>
              <a:buChar char="•"/>
              <a:defRPr sz="15400"/>
            </a:lvl1pPr>
            <a:lvl2pPr marL="914400" lvl="1" indent="-12065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5400"/>
              <a:buChar char="•"/>
              <a:defRPr sz="15400"/>
            </a:lvl2pPr>
            <a:lvl3pPr marL="1371600" lvl="2" indent="-12065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5400"/>
              <a:buChar char="•"/>
              <a:defRPr sz="15400"/>
            </a:lvl3pPr>
            <a:lvl4pPr marL="1828800" lvl="3" indent="-12065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5400"/>
              <a:buChar char="•"/>
              <a:defRPr sz="15400"/>
            </a:lvl4pPr>
            <a:lvl5pPr marL="2286000" lvl="4" indent="-12065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5400"/>
              <a:buChar char="•"/>
              <a:defRPr sz="15400"/>
            </a:lvl5pPr>
            <a:lvl6pPr marL="2743200" lvl="5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6pPr>
            <a:lvl7pPr marL="3200400" lvl="6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7pPr>
            <a:lvl8pPr marL="3657600" lvl="7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8pPr>
            <a:lvl9pPr marL="4114800" lvl="8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2"/>
          </p:nvPr>
        </p:nvSpPr>
        <p:spPr>
          <a:xfrm>
            <a:off x="3521204" y="9936004"/>
            <a:ext cx="16487750" cy="18407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>
            <a:lvl1pPr marL="457200" lvl="0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1pPr>
            <a:lvl2pPr marL="914400" lvl="1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2pPr>
            <a:lvl3pPr marL="1371600" lvl="2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3pPr>
            <a:lvl4pPr marL="1828800" lvl="3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4pPr>
            <a:lvl5pPr marL="2286000" lvl="4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5pPr>
            <a:lvl6pPr marL="2743200" lvl="5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6pPr>
            <a:lvl7pPr marL="3200400" lvl="6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7pPr>
            <a:lvl8pPr marL="3657600" lvl="7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8pPr>
            <a:lvl9pPr marL="4114800" lvl="8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46767750" y="31168975"/>
            <a:ext cx="838200" cy="82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_WITH_CAPTION_TEXT" type="picTx">
  <p:cSld name="PICTURE_WITH_CAPTIO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3521204" y="2208001"/>
            <a:ext cx="16487750" cy="7728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>
            <a:spLocks noGrp="1"/>
          </p:cNvSpPr>
          <p:nvPr>
            <p:ph type="pic" idx="2"/>
          </p:nvPr>
        </p:nvSpPr>
        <p:spPr>
          <a:xfrm>
            <a:off x="21732944" y="4768675"/>
            <a:ext cx="25879843" cy="23536678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9"/>
          <p:cNvSpPr txBox="1">
            <a:spLocks noGrp="1"/>
          </p:cNvSpPr>
          <p:nvPr>
            <p:ph type="body" idx="1"/>
          </p:nvPr>
        </p:nvSpPr>
        <p:spPr>
          <a:xfrm>
            <a:off x="3521204" y="9936004"/>
            <a:ext cx="16487750" cy="18407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Calibri"/>
              <a:buNone/>
              <a:defRPr sz="7700"/>
            </a:lvl1pPr>
            <a:lvl2pPr marL="914400" lvl="1" indent="-228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Calibri"/>
              <a:buNone/>
              <a:defRPr sz="7700"/>
            </a:lvl2pPr>
            <a:lvl3pPr marL="1371600" lvl="2" indent="-228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Calibri"/>
              <a:buNone/>
              <a:defRPr sz="7700"/>
            </a:lvl3pPr>
            <a:lvl4pPr marL="1828800" lvl="3" indent="-228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Calibri"/>
              <a:buNone/>
              <a:defRPr sz="7700"/>
            </a:lvl4pPr>
            <a:lvl5pPr marL="2286000" lvl="4" indent="-2286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Calibri"/>
              <a:buNone/>
              <a:defRPr sz="7700"/>
            </a:lvl5pPr>
            <a:lvl6pPr marL="2743200" lvl="5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6pPr>
            <a:lvl7pPr marL="3200400" lvl="6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7pPr>
            <a:lvl8pPr marL="3657600" lvl="7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8pPr>
            <a:lvl9pPr marL="4114800" lvl="8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46767750" y="31168975"/>
            <a:ext cx="838200" cy="82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EXT" type="vertTx">
  <p:cSld name="VERTICAL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3514547" y="1763341"/>
            <a:ext cx="44091582" cy="6401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 rot="5400000">
            <a:off x="15053166" y="-2721949"/>
            <a:ext cx="21014345" cy="44091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>
            <a:lvl1pPr marL="457200" lvl="0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1pPr>
            <a:lvl2pPr marL="914400" lvl="1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2pPr>
            <a:lvl3pPr marL="1371600" lvl="2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3pPr>
            <a:lvl4pPr marL="1828800" lvl="3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4pPr>
            <a:lvl5pPr marL="2286000" lvl="4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5pPr>
            <a:lvl6pPr marL="2743200" lvl="5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6pPr>
            <a:lvl7pPr marL="3200400" lvl="6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7pPr>
            <a:lvl8pPr marL="3657600" lvl="7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8pPr>
            <a:lvl9pPr marL="4114800" lvl="8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46767750" y="31168975"/>
            <a:ext cx="838200" cy="82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ITLE_AND_VERTICAL_TEXT" type="vertTitleAndTx">
  <p:cSld name="VERTICAL_TITLE_AND_VERTICAL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/>
          </p:nvPr>
        </p:nvSpPr>
        <p:spPr>
          <a:xfrm rot="5400000">
            <a:off x="28060845" y="10285725"/>
            <a:ext cx="28067680" cy="1102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 rot="5400000">
            <a:off x="5695548" y="-417666"/>
            <a:ext cx="28067680" cy="3242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>
            <a:lvl1pPr marL="457200" lvl="0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1pPr>
            <a:lvl2pPr marL="914400" lvl="1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2pPr>
            <a:lvl3pPr marL="1371600" lvl="2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3pPr>
            <a:lvl4pPr marL="1828800" lvl="3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4pPr>
            <a:lvl5pPr marL="2286000" lvl="4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5pPr>
            <a:lvl6pPr marL="2743200" lvl="5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6pPr>
            <a:lvl7pPr marL="3200400" lvl="6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7pPr>
            <a:lvl8pPr marL="3657600" lvl="7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8pPr>
            <a:lvl9pPr marL="4114800" lvl="8" indent="-108585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SzPts val="135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46767750" y="31168975"/>
            <a:ext cx="838200" cy="82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2555875" y="444500"/>
            <a:ext cx="46005750" cy="728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00"/>
              <a:buFont typeface="Calibri"/>
              <a:buNone/>
              <a:defRPr sz="2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00"/>
              <a:buFont typeface="Calibri"/>
              <a:buNone/>
              <a:defRPr sz="2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00"/>
              <a:buFont typeface="Calibri"/>
              <a:buNone/>
              <a:defRPr sz="2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00"/>
              <a:buFont typeface="Calibri"/>
              <a:buNone/>
              <a:defRPr sz="2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2555875" y="7724775"/>
            <a:ext cx="46005750" cy="2538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>
            <a:lvl1pPr marL="457200" marR="0" lvl="0" indent="-1085850" algn="l" rtl="0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500"/>
              <a:buFont typeface="Arial"/>
              <a:buChar char="•"/>
              <a:defRPr sz="13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1085850" algn="l" rtl="0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500"/>
              <a:buFont typeface="Arial"/>
              <a:buChar char="•"/>
              <a:defRPr sz="13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1085850" algn="l" rtl="0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500"/>
              <a:buFont typeface="Arial"/>
              <a:buChar char="•"/>
              <a:defRPr sz="13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1085850" algn="l" rtl="0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500"/>
              <a:buFont typeface="Arial"/>
              <a:buChar char="•"/>
              <a:defRPr sz="13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1085850" algn="l" rtl="0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500"/>
              <a:buFont typeface="Arial"/>
              <a:buChar char="•"/>
              <a:defRPr sz="13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1085850" algn="l" rtl="0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500"/>
              <a:buFont typeface="Arial"/>
              <a:buChar char="•"/>
              <a:defRPr sz="13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1085850" algn="l" rtl="0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500"/>
              <a:buFont typeface="Arial"/>
              <a:buChar char="•"/>
              <a:defRPr sz="13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1085850" algn="l" rtl="0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500"/>
              <a:buFont typeface="Arial"/>
              <a:buChar char="•"/>
              <a:defRPr sz="13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1085850" algn="l" rtl="0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rgbClr val="000000"/>
              </a:buClr>
              <a:buSzPts val="13500"/>
              <a:buFont typeface="Arial"/>
              <a:buChar char="•"/>
              <a:defRPr sz="13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46767750" y="31168975"/>
            <a:ext cx="838200" cy="82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sz="57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/>
          <p:nvPr/>
        </p:nvSpPr>
        <p:spPr>
          <a:xfrm>
            <a:off x="20638" y="111125"/>
            <a:ext cx="9144000" cy="5143500"/>
          </a:xfrm>
          <a:prstGeom prst="rect">
            <a:avLst/>
          </a:prstGeom>
          <a:gradFill>
            <a:gsLst>
              <a:gs pos="0">
                <a:srgbClr val="FF8F86"/>
              </a:gs>
              <a:gs pos="100000">
                <a:srgbClr val="B63460"/>
              </a:gs>
            </a:gsLst>
            <a:lin ang="5400000" scaled="0"/>
          </a:gradFill>
          <a:ln w="9525" cap="flat" cmpd="sng">
            <a:solidFill>
              <a:srgbClr val="5959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p1" descr="Google Shape;70;p14"/>
          <p:cNvPicPr preferRelativeResize="0"/>
          <p:nvPr/>
        </p:nvPicPr>
        <p:blipFill rotWithShape="1">
          <a:blip r:embed="rId3">
            <a:alphaModFix/>
          </a:blip>
          <a:srcRect t="41555" b="41553"/>
          <a:stretch/>
        </p:blipFill>
        <p:spPr>
          <a:xfrm>
            <a:off x="34876102" y="20584405"/>
            <a:ext cx="16216312" cy="1360487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"/>
          <p:cNvSpPr/>
          <p:nvPr/>
        </p:nvSpPr>
        <p:spPr>
          <a:xfrm>
            <a:off x="0" y="0"/>
            <a:ext cx="51120675" cy="5365750"/>
          </a:xfrm>
          <a:prstGeom prst="rect">
            <a:avLst/>
          </a:prstGeom>
          <a:gradFill>
            <a:gsLst>
              <a:gs pos="0">
                <a:srgbClr val="D9D9D9"/>
              </a:gs>
              <a:gs pos="100000">
                <a:srgbClr val="010101"/>
              </a:gs>
            </a:gsLst>
            <a:lin ang="8100000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</a:pPr>
            <a:endParaRPr sz="115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"/>
          <p:cNvSpPr txBox="1"/>
          <p:nvPr/>
        </p:nvSpPr>
        <p:spPr>
          <a:xfrm>
            <a:off x="297200" y="7439833"/>
            <a:ext cx="15196800" cy="944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algn="just"/>
            <a:r>
              <a:rPr lang="en-US" sz="4600" dirty="0"/>
              <a:t>Modern web applications are vulnerable to cyber threats due to misconfigurations, insecure headers, weak SSL/TLS settings, and exposed services. Organizations often lack a unified and easy-to-use system to assess their overall security posture.</a:t>
            </a:r>
          </a:p>
          <a:p>
            <a:pPr algn="just"/>
            <a:endParaRPr lang="en-US" sz="1000" dirty="0"/>
          </a:p>
          <a:p>
            <a:pPr algn="just"/>
            <a:r>
              <a:rPr lang="en-US" sz="4600" b="1" dirty="0" err="1"/>
              <a:t>SecureScope</a:t>
            </a:r>
            <a:r>
              <a:rPr lang="en-US" sz="4600" dirty="0"/>
              <a:t> is an automated web security and reconnaissance platform that scans, analyzes, and evaluates web applications. It performs port scanning, SSL/TLS analysis, subdomain enumeration, OSINT collection, and HTTP header inspection to generate a structured, risk-based report. The </a:t>
            </a:r>
            <a:r>
              <a:rPr lang="en-US" sz="4600"/>
              <a:t>system promotes </a:t>
            </a:r>
            <a:r>
              <a:rPr lang="en-US" sz="4600" dirty="0"/>
              <a:t>secure development practices, proactive vulnerability detection, and improved attack surface visibility.</a:t>
            </a:r>
          </a:p>
        </p:txBody>
      </p:sp>
      <p:sp>
        <p:nvSpPr>
          <p:cNvPr id="53" name="Google Shape;53;p1"/>
          <p:cNvSpPr txBox="1"/>
          <p:nvPr/>
        </p:nvSpPr>
        <p:spPr>
          <a:xfrm>
            <a:off x="438905" y="19369880"/>
            <a:ext cx="15196800" cy="11172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algn="just"/>
            <a:r>
              <a:rPr lang="en-IN" sz="4600" dirty="0" err="1"/>
              <a:t>SecureScope</a:t>
            </a:r>
            <a:r>
              <a:rPr lang="en-IN" sz="4600" dirty="0"/>
              <a:t> integrates multiple security analysis and reconnaissance techniques into a centralized platform for efficient vulnerability assessment.</a:t>
            </a:r>
          </a:p>
          <a:p>
            <a:pPr algn="just"/>
            <a:r>
              <a:rPr lang="en-US" sz="4600" dirty="0"/>
              <a:t>It enables real-time threat detection, attack surface visibility, and proactive risk mitigation for web applications.</a:t>
            </a:r>
            <a:endParaRPr lang="en-IN" sz="4600" dirty="0"/>
          </a:p>
          <a:p>
            <a:pPr algn="just"/>
            <a:endParaRPr lang="en-IN" sz="1500" dirty="0"/>
          </a:p>
          <a:p>
            <a:pPr algn="just"/>
            <a:r>
              <a:rPr lang="en-IN" sz="4600" b="1" dirty="0"/>
              <a:t>Key Features:</a:t>
            </a:r>
          </a:p>
          <a:p>
            <a:pPr algn="just"/>
            <a:endParaRPr lang="en-IN" sz="1500" dirty="0"/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IN" sz="4600" dirty="0"/>
              <a:t>Secure authentication (</a:t>
            </a:r>
            <a:r>
              <a:rPr lang="en-IN" sz="4600" b="1" dirty="0"/>
              <a:t>JWT + RBAC</a:t>
            </a:r>
            <a:r>
              <a:rPr lang="en-IN" sz="4600" dirty="0"/>
              <a:t>) 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IN" sz="4600" dirty="0"/>
              <a:t>Automated port scanning &amp; service detection 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IN" sz="4600" dirty="0"/>
              <a:t>Subdomain enumeration &amp; DNS analysis 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IN" sz="4600" dirty="0"/>
              <a:t>SSL/TLS configuration assessment 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IN" sz="4600" dirty="0"/>
              <a:t>HTTP security header validation 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IN" sz="4600" dirty="0"/>
              <a:t>Technology fingerprinting 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IN" sz="4600" dirty="0"/>
              <a:t>Risk scoring engine with </a:t>
            </a:r>
            <a:r>
              <a:rPr lang="en-IN" sz="4600" b="1" dirty="0"/>
              <a:t>STRIDE-based classification</a:t>
            </a:r>
            <a:r>
              <a:rPr lang="en-IN" sz="4600" dirty="0"/>
              <a:t> 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IN" sz="4600" dirty="0"/>
              <a:t>Background task processing (Celery &amp; Redis) </a:t>
            </a:r>
          </a:p>
          <a:p>
            <a:pPr marL="685800" indent="-685800" algn="just">
              <a:buFont typeface="Arial" panose="020B0604020202020204" pitchFamily="34" charset="0"/>
              <a:buChar char="•"/>
            </a:pPr>
            <a:r>
              <a:rPr lang="en-IN" sz="4600" dirty="0"/>
              <a:t>Structured logging &amp; secure report generation (PDF)</a:t>
            </a:r>
          </a:p>
        </p:txBody>
      </p:sp>
      <p:grpSp>
        <p:nvGrpSpPr>
          <p:cNvPr id="54" name="Google Shape;54;p1"/>
          <p:cNvGrpSpPr/>
          <p:nvPr/>
        </p:nvGrpSpPr>
        <p:grpSpPr>
          <a:xfrm>
            <a:off x="0" y="-55563"/>
            <a:ext cx="51120675" cy="5908677"/>
            <a:chOff x="0" y="0"/>
            <a:chExt cx="51120675" cy="5907900"/>
          </a:xfrm>
        </p:grpSpPr>
        <p:sp>
          <p:nvSpPr>
            <p:cNvPr id="55" name="Google Shape;55;p1"/>
            <p:cNvSpPr/>
            <p:nvPr/>
          </p:nvSpPr>
          <p:spPr>
            <a:xfrm>
              <a:off x="0" y="0"/>
              <a:ext cx="51120675" cy="5907900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6" name="Google Shape;56;p1" descr="image1.png"/>
            <p:cNvPicPr preferRelativeResize="0"/>
            <p:nvPr/>
          </p:nvPicPr>
          <p:blipFill rotWithShape="1">
            <a:blip r:embed="rId3">
              <a:alphaModFix/>
            </a:blip>
            <a:srcRect t="37872" b="37873"/>
            <a:stretch/>
          </p:blipFill>
          <p:spPr>
            <a:xfrm>
              <a:off x="0" y="0"/>
              <a:ext cx="51120675" cy="5907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7" name="Google Shape;57;p1" descr="Google Shape;77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" y="1518779"/>
            <a:ext cx="10744200" cy="2525993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/>
          <p:nvPr/>
        </p:nvSpPr>
        <p:spPr>
          <a:xfrm>
            <a:off x="10041434" y="216001"/>
            <a:ext cx="35437762" cy="5724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lvl="0" algn="ctr">
              <a:buSzPts val="6600"/>
            </a:pPr>
            <a:r>
              <a:rPr lang="en-US" sz="88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Name: </a:t>
            </a:r>
            <a:r>
              <a:rPr lang="en-US" sz="8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SecureScope</a:t>
            </a:r>
            <a:endParaRPr lang="en-US" sz="8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buSzPts val="6600"/>
            </a:pPr>
            <a:r>
              <a:rPr lang="en-US" sz="8800" b="1" dirty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</a:rPr>
              <a:t>J. Vishnu Vardhan, B. Durga Prasad, V. </a:t>
            </a:r>
            <a:r>
              <a:rPr lang="en-US" sz="8800" b="1" dirty="0" err="1">
                <a:solidFill>
                  <a:srgbClr val="FFFFFF"/>
                </a:solidFill>
                <a:latin typeface="Times New Roman"/>
                <a:cs typeface="Times New Roman"/>
                <a:sym typeface="Times New Roman"/>
              </a:rPr>
              <a:t>Rasmisha</a:t>
            </a:r>
            <a:endParaRPr sz="8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88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Mentor: Mr. </a:t>
            </a:r>
            <a:r>
              <a:rPr lang="en-US" sz="88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G. Sai Krishna</a:t>
            </a:r>
            <a:endParaRPr sz="88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88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</a:t>
            </a:r>
            <a:r>
              <a:rPr lang="en-US" sz="88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Cyber Security</a:t>
            </a:r>
            <a:r>
              <a:rPr lang="en-US" sz="88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Anurag University, Hyderabad</a:t>
            </a:r>
            <a:endParaRPr sz="8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1" descr="Google Shape;79;p14"/>
          <p:cNvPicPr preferRelativeResize="0"/>
          <p:nvPr/>
        </p:nvPicPr>
        <p:blipFill rotWithShape="1">
          <a:blip r:embed="rId3">
            <a:alphaModFix/>
          </a:blip>
          <a:srcRect t="41405" b="41405"/>
          <a:stretch/>
        </p:blipFill>
        <p:spPr>
          <a:xfrm>
            <a:off x="0" y="6083442"/>
            <a:ext cx="15860712" cy="12985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"/>
          <p:cNvSpPr txBox="1"/>
          <p:nvPr/>
        </p:nvSpPr>
        <p:spPr>
          <a:xfrm>
            <a:off x="-341318" y="5863166"/>
            <a:ext cx="15756558" cy="1569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9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Abstract  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Google Shape;63;p1" descr="Google Shape;81;p14"/>
          <p:cNvPicPr preferRelativeResize="0"/>
          <p:nvPr/>
        </p:nvPicPr>
        <p:blipFill rotWithShape="1">
          <a:blip r:embed="rId3">
            <a:alphaModFix/>
          </a:blip>
          <a:srcRect t="41933" b="41933"/>
          <a:stretch/>
        </p:blipFill>
        <p:spPr>
          <a:xfrm>
            <a:off x="17116433" y="5994342"/>
            <a:ext cx="16507762" cy="1300162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66" name="Google Shape;66;p1"/>
          <p:cNvSpPr txBox="1"/>
          <p:nvPr/>
        </p:nvSpPr>
        <p:spPr>
          <a:xfrm>
            <a:off x="16848300" y="5785768"/>
            <a:ext cx="16434577" cy="1569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9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Methodology 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" name="Google Shape;67;p1"/>
          <p:cNvGrpSpPr/>
          <p:nvPr/>
        </p:nvGrpSpPr>
        <p:grpSpPr>
          <a:xfrm>
            <a:off x="34972624" y="6034284"/>
            <a:ext cx="16144876" cy="1300163"/>
            <a:chOff x="0" y="0"/>
            <a:chExt cx="16145322" cy="1299300"/>
          </a:xfrm>
        </p:grpSpPr>
        <p:sp>
          <p:nvSpPr>
            <p:cNvPr id="68" name="Google Shape;68;p1"/>
            <p:cNvSpPr/>
            <p:nvPr/>
          </p:nvSpPr>
          <p:spPr>
            <a:xfrm>
              <a:off x="0" y="0"/>
              <a:ext cx="16145321" cy="129929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9" name="Google Shape;69;p1" descr="image1.png"/>
            <p:cNvPicPr preferRelativeResize="0"/>
            <p:nvPr/>
          </p:nvPicPr>
          <p:blipFill rotWithShape="1">
            <a:blip r:embed="rId3">
              <a:alphaModFix/>
            </a:blip>
            <a:srcRect t="41556" b="41556"/>
            <a:stretch/>
          </p:blipFill>
          <p:spPr>
            <a:xfrm>
              <a:off x="0" y="0"/>
              <a:ext cx="16145322" cy="1299300"/>
            </a:xfrm>
            <a:prstGeom prst="rect">
              <a:avLst/>
            </a:prstGeom>
            <a:noFill/>
            <a:ln w="25400" cap="flat" cmpd="sng">
              <a:solidFill>
                <a:srgbClr val="787878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sp>
        <p:nvSpPr>
          <p:cNvPr id="72" name="Google Shape;72;p1"/>
          <p:cNvSpPr txBox="1"/>
          <p:nvPr/>
        </p:nvSpPr>
        <p:spPr>
          <a:xfrm>
            <a:off x="35103264" y="5812446"/>
            <a:ext cx="15954995" cy="1569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9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Results 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" descr="Google Shape;85;p14"/>
          <p:cNvPicPr preferRelativeResize="0"/>
          <p:nvPr/>
        </p:nvPicPr>
        <p:blipFill rotWithShape="1">
          <a:blip r:embed="rId3">
            <a:alphaModFix/>
          </a:blip>
          <a:srcRect t="41556" b="41556"/>
          <a:stretch/>
        </p:blipFill>
        <p:spPr>
          <a:xfrm>
            <a:off x="34947539" y="16665787"/>
            <a:ext cx="16144875" cy="129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" descr="Google Shape;86;p14"/>
          <p:cNvPicPr preferRelativeResize="0"/>
          <p:nvPr/>
        </p:nvPicPr>
        <p:blipFill rotWithShape="1">
          <a:blip r:embed="rId3">
            <a:alphaModFix/>
          </a:blip>
          <a:srcRect t="46919" b="46919"/>
          <a:stretch/>
        </p:blipFill>
        <p:spPr>
          <a:xfrm>
            <a:off x="-90488" y="31661100"/>
            <a:ext cx="51242913" cy="15001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"/>
          <p:cNvSpPr txBox="1"/>
          <p:nvPr/>
        </p:nvSpPr>
        <p:spPr>
          <a:xfrm>
            <a:off x="75888" y="31626409"/>
            <a:ext cx="51016528" cy="1569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96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Anurag University, Department of  </a:t>
            </a:r>
            <a:r>
              <a:rPr lang="en-US" sz="96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Cyber Security</a:t>
            </a:r>
            <a:r>
              <a:rPr lang="en-US" sz="96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Hyderabad 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"/>
          <p:cNvSpPr txBox="1"/>
          <p:nvPr/>
        </p:nvSpPr>
        <p:spPr>
          <a:xfrm>
            <a:off x="34440021" y="20455516"/>
            <a:ext cx="17088473" cy="1569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9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 Achievement Certification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1" descr="Google Shape;89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489812" y="368300"/>
            <a:ext cx="5226050" cy="49371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"/>
          <p:cNvSpPr txBox="1"/>
          <p:nvPr/>
        </p:nvSpPr>
        <p:spPr>
          <a:xfrm>
            <a:off x="39921389" y="16394792"/>
            <a:ext cx="6980464" cy="1569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9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6.References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" name="Google Shape;83;p1"/>
          <p:cNvGrpSpPr/>
          <p:nvPr/>
        </p:nvGrpSpPr>
        <p:grpSpPr>
          <a:xfrm>
            <a:off x="16316008" y="23875061"/>
            <a:ext cx="20538279" cy="7106829"/>
            <a:chOff x="17276763" y="23815372"/>
            <a:chExt cx="20538279" cy="5890019"/>
          </a:xfrm>
        </p:grpSpPr>
        <p:grpSp>
          <p:nvGrpSpPr>
            <p:cNvPr id="84" name="Google Shape;84;p1"/>
            <p:cNvGrpSpPr/>
            <p:nvPr/>
          </p:nvGrpSpPr>
          <p:grpSpPr>
            <a:xfrm>
              <a:off x="17276763" y="23815372"/>
              <a:ext cx="20538279" cy="1569570"/>
              <a:chOff x="17416463" y="22369159"/>
              <a:chExt cx="20538279" cy="1569570"/>
            </a:xfrm>
          </p:grpSpPr>
          <p:pic>
            <p:nvPicPr>
              <p:cNvPr id="85" name="Google Shape;85;p1" descr="Google Shape;97;p14"/>
              <p:cNvPicPr preferRelativeResize="0"/>
              <p:nvPr/>
            </p:nvPicPr>
            <p:blipFill rotWithShape="1">
              <a:blip r:embed="rId3">
                <a:alphaModFix/>
              </a:blip>
              <a:srcRect t="41553" b="41556"/>
              <a:stretch/>
            </p:blipFill>
            <p:spPr>
              <a:xfrm>
                <a:off x="17416463" y="22453601"/>
                <a:ext cx="16868775" cy="109110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" name="Google Shape;86;p1"/>
              <p:cNvSpPr txBox="1"/>
              <p:nvPr/>
            </p:nvSpPr>
            <p:spPr>
              <a:xfrm>
                <a:off x="21178042" y="22369159"/>
                <a:ext cx="16776700" cy="15695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600"/>
                  <a:buFont typeface="Arial"/>
                  <a:buNone/>
                </a:pPr>
                <a:r>
                  <a:rPr lang="en-US" sz="9600" b="1" i="0" u="none" strike="noStrike" cap="none" dirty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4.Concepts Used</a:t>
                </a:r>
                <a:endParaRPr sz="2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" name="Google Shape;87;p1"/>
            <p:cNvSpPr txBox="1"/>
            <p:nvPr/>
          </p:nvSpPr>
          <p:spPr>
            <a:xfrm>
              <a:off x="17276763" y="25139493"/>
              <a:ext cx="7523158" cy="45658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spAutoFit/>
            </a:bodyPr>
            <a:lstStyle/>
            <a:p>
              <a:r>
                <a:rPr lang="en-IN" sz="4400" b="1" dirty="0"/>
                <a:t>Backend</a:t>
              </a:r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IN" sz="4400" dirty="0"/>
                <a:t>REST API Development (</a:t>
              </a:r>
              <a:r>
                <a:rPr lang="en-IN" sz="4400" b="1" dirty="0"/>
                <a:t>Flask</a:t>
              </a:r>
              <a:r>
                <a:rPr lang="en-IN" sz="4400" dirty="0"/>
                <a:t>)</a:t>
              </a:r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IN" sz="4400" dirty="0"/>
                <a:t>Risk Scoring Algorithm</a:t>
              </a:r>
            </a:p>
            <a:p>
              <a:r>
                <a:rPr lang="en-IN" sz="4400" b="1" dirty="0"/>
                <a:t>Frontend</a:t>
              </a:r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IN" sz="4400" dirty="0"/>
                <a:t>Secure API Integration</a:t>
              </a:r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IN" sz="4400" dirty="0"/>
                <a:t>Dashboard Visualization (</a:t>
              </a:r>
              <a:r>
                <a:rPr lang="en-IN" sz="4400" b="1" dirty="0"/>
                <a:t>React</a:t>
              </a:r>
              <a:r>
                <a:rPr lang="en-IN" sz="4400" dirty="0"/>
                <a:t>)</a:t>
              </a:r>
            </a:p>
          </p:txBody>
        </p:sp>
      </p:grpSp>
      <p:grpSp>
        <p:nvGrpSpPr>
          <p:cNvPr id="88" name="Google Shape;88;p1"/>
          <p:cNvGrpSpPr/>
          <p:nvPr/>
        </p:nvGrpSpPr>
        <p:grpSpPr>
          <a:xfrm>
            <a:off x="1" y="17172603"/>
            <a:ext cx="15860712" cy="1684919"/>
            <a:chOff x="-270098" y="15787121"/>
            <a:chExt cx="15511699" cy="1459309"/>
          </a:xfrm>
        </p:grpSpPr>
        <p:pic>
          <p:nvPicPr>
            <p:cNvPr id="89" name="Google Shape;89;p1"/>
            <p:cNvPicPr preferRelativeResize="0"/>
            <p:nvPr/>
          </p:nvPicPr>
          <p:blipFill rotWithShape="1">
            <a:blip r:embed="rId3">
              <a:alphaModFix/>
            </a:blip>
            <a:srcRect t="41405" b="41405"/>
            <a:stretch/>
          </p:blipFill>
          <p:spPr>
            <a:xfrm>
              <a:off x="-270098" y="15947117"/>
              <a:ext cx="15511699" cy="12993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" name="Google Shape;90;p1"/>
            <p:cNvSpPr txBox="1"/>
            <p:nvPr/>
          </p:nvSpPr>
          <p:spPr>
            <a:xfrm flipH="1">
              <a:off x="2290577" y="15787121"/>
              <a:ext cx="12581320" cy="13594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00"/>
                <a:buFont typeface="Arial"/>
                <a:buNone/>
              </a:pPr>
              <a:r>
                <a:rPr lang="en-US" sz="9600" b="1" i="0" u="none" strike="noStrike" cap="none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2.System</a:t>
              </a:r>
              <a:r>
                <a:rPr lang="en-US" sz="9600" b="0" i="0" u="none" strike="noStrike" cap="none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9600" b="1" i="0" u="none" strike="noStrike" cap="none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Architecture</a:t>
              </a:r>
              <a:endParaRPr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p1"/>
          <p:cNvSpPr txBox="1"/>
          <p:nvPr/>
        </p:nvSpPr>
        <p:spPr>
          <a:xfrm>
            <a:off x="7620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238FD1-FA5C-CEFA-366D-8EB70B4F10D9}"/>
              </a:ext>
            </a:extLst>
          </p:cNvPr>
          <p:cNvSpPr txBox="1"/>
          <p:nvPr/>
        </p:nvSpPr>
        <p:spPr>
          <a:xfrm>
            <a:off x="23477668" y="25471939"/>
            <a:ext cx="1091309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400" b="1" dirty="0"/>
              <a:t>Database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4400" dirty="0"/>
              <a:t>Database Design (</a:t>
            </a:r>
            <a:r>
              <a:rPr lang="it-IT" sz="4400" b="1" dirty="0"/>
              <a:t>PostgreSQL</a:t>
            </a:r>
            <a:r>
              <a:rPr lang="it-IT" sz="4400" dirty="0"/>
              <a:t>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4400" dirty="0"/>
              <a:t>Secure Data Storage </a:t>
            </a:r>
          </a:p>
          <a:p>
            <a:r>
              <a:rPr lang="en-IN" sz="4400" b="1" dirty="0"/>
              <a:t>Security</a:t>
            </a:r>
            <a:endParaRPr lang="en-IN" sz="4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400" dirty="0"/>
              <a:t>Access Control (</a:t>
            </a:r>
            <a:r>
              <a:rPr lang="en-IN" sz="4400" b="1" dirty="0"/>
              <a:t>JWT + RBAC</a:t>
            </a:r>
            <a:r>
              <a:rPr lang="en-IN" sz="4400" dirty="0"/>
              <a:t>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400" dirty="0"/>
              <a:t>Input Validation &amp; Sanitization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400" dirty="0"/>
              <a:t>Web Security Headers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400" dirty="0"/>
              <a:t>Static &amp; Dynamic Security Testing</a:t>
            </a:r>
            <a:r>
              <a:rPr lang="en-IN" sz="4400" b="1" dirty="0"/>
              <a:t> (OWASP ZAP</a:t>
            </a:r>
            <a:r>
              <a:rPr lang="en-IN" sz="4400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9DE76D-E990-8C08-E97C-2D3CCEE3F12D}"/>
              </a:ext>
            </a:extLst>
          </p:cNvPr>
          <p:cNvSpPr txBox="1"/>
          <p:nvPr/>
        </p:nvSpPr>
        <p:spPr>
          <a:xfrm>
            <a:off x="35964329" y="18145532"/>
            <a:ext cx="1391412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IN" sz="4400" dirty="0"/>
              <a:t>Self – testing and Validation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4400" dirty="0"/>
              <a:t>Open AI Codex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4400" dirty="0"/>
              <a:t>OWASP ZAP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B5882F-701D-D78D-616C-36DC08EA3D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66581" y="22153975"/>
            <a:ext cx="15979119" cy="92505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16BA78-00F7-DE28-5433-5ED230E573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49139" y="7449992"/>
            <a:ext cx="16268819" cy="163271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8EE909-68C0-3C4C-816C-737C819959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47538" y="7772038"/>
            <a:ext cx="15998161" cy="86213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324</Words>
  <Application>Microsoft Office PowerPoint</Application>
  <PresentationFormat>Custom</PresentationFormat>
  <Paragraphs>46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Times New Roman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Sai Beesu</dc:creator>
  <cp:lastModifiedBy>BEESU DURGA PRASAD</cp:lastModifiedBy>
  <cp:revision>2</cp:revision>
  <dcterms:modified xsi:type="dcterms:W3CDTF">2026-03-28T13:41:00Z</dcterms:modified>
</cp:coreProperties>
</file>